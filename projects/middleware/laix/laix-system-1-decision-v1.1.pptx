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90" r:id="rId2"/>
    <p:sldId id="303" r:id="rId3"/>
    <p:sldId id="304" r:id="rId4"/>
    <p:sldId id="297" r:id="rId5"/>
    <p:sldId id="299" r:id="rId6"/>
    <p:sldId id="300" r:id="rId7"/>
    <p:sldId id="301" r:id="rId8"/>
    <p:sldId id="302" r:id="rId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30" d="100"/>
          <a:sy n="130" d="100"/>
        </p:scale>
        <p:origin x="520" y="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447378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192759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RIEF">
    <p:bg>
      <p:bgPr>
        <a:solidFill>
          <a:srgbClr val="0A10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4873752"/>
            <a:ext cx="6858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AA6"/>
                </a:solidFill>
              </a:rPr>
              <a:t>LAIX - Live AI Experience  ·  AI Application &amp; Software Innovation Lab  ·  2027 proposal  ·  Oct 2026</a:t>
            </a:r>
            <a:endParaRPr lang="en-US" sz="900" dirty="0"/>
          </a:p>
        </p:txBody>
      </p:sp>
      <p:sp>
        <p:nvSpPr>
          <p:cNvPr id="3" name="Text 1"/>
          <p:cNvSpPr>
            <a:spLocks noGrp="1"/>
          </p:cNvSpPr>
          <p:nvPr>
            <p:ph type="title" idx="101" hasCustomPrompt="1"/>
          </p:nvPr>
        </p:nvSpPr>
        <p:spPr>
          <a:xfrm>
            <a:off x="365760" y="292608"/>
            <a:ext cx="8412480" cy="4114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2100" b="1" dirty="0">
                <a:solidFill>
                  <a:srgbClr val="E8EEFF"/>
                </a:solidFill>
              </a:defRPr>
            </a:lvl1pPr>
          </a:lstStyle>
          <a:p>
            <a:pPr marL="0" indent="0" algn="l">
              <a:buNone/>
            </a:pPr>
            <a:endParaRPr lang="en-US" sz="2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66760" y="4855464"/>
            <a:ext cx="411480" cy="201168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AA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LAIX_COVER">
    <p:bg>
      <p:bgPr>
        <a:solidFill>
          <a:srgbClr val="0A10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33826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66760" y="4855464"/>
            <a:ext cx="411480" cy="201168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AA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" name="Picture 38">
            <a:extLst>
              <a:ext uri="{FF2B5EF4-FFF2-40B4-BE49-F238E27FC236}">
                <a16:creationId xmlns:a16="http://schemas.microsoft.com/office/drawing/2014/main" id="{EA6EF94F-9CB7-0481-6E9E-5E70A26CB9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35081" y="262371"/>
            <a:ext cx="4618758" cy="46187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5961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C1E97089-20D4-2B03-2B4D-ECFE442141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66908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C1B22C-785C-929E-6C58-74A3B2B11869}"/>
              </a:ext>
            </a:extLst>
          </p:cNvPr>
          <p:cNvSpPr>
            <a:spLocks noGrp="1"/>
          </p:cNvSpPr>
          <p:nvPr>
            <p:ph type="title" idx="10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9D55A19-2040-70DF-8A62-3B208ECA69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9" y="0"/>
            <a:ext cx="9139141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39887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D0858AC-F811-C3C4-6545-CB92362322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9" y="0"/>
            <a:ext cx="9139141" cy="514350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57C56B28-6464-35F4-B220-D9F0DC9B1336}"/>
              </a:ext>
            </a:extLst>
          </p:cNvPr>
          <p:cNvSpPr/>
          <p:nvPr/>
        </p:nvSpPr>
        <p:spPr>
          <a:xfrm>
            <a:off x="-1" y="2343573"/>
            <a:ext cx="9144001" cy="1842347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5E40510-ED61-39C7-5ACE-2002A1B9CFE3}"/>
              </a:ext>
            </a:extLst>
          </p:cNvPr>
          <p:cNvSpPr/>
          <p:nvPr/>
        </p:nvSpPr>
        <p:spPr>
          <a:xfrm>
            <a:off x="-1" y="4185920"/>
            <a:ext cx="9139141" cy="921173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58098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D0E2DE-AE80-EC5F-C29D-107BEEF9871D}"/>
              </a:ext>
            </a:extLst>
          </p:cNvPr>
          <p:cNvSpPr>
            <a:spLocks noGrp="1"/>
          </p:cNvSpPr>
          <p:nvPr>
            <p:ph type="title" idx="10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CB3447B-2A4D-430A-3AF4-C1951B2F01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9" y="0"/>
            <a:ext cx="9139141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10888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2E4460-8DE6-B2A7-1519-9E5D9F509AAF}"/>
              </a:ext>
            </a:extLst>
          </p:cNvPr>
          <p:cNvSpPr>
            <a:spLocks noGrp="1"/>
          </p:cNvSpPr>
          <p:nvPr>
            <p:ph type="title" idx="10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8421BD4-7808-995B-FDBB-D74A7C478B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4" y="0"/>
            <a:ext cx="9141292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77096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A102EF-646E-A59C-AB28-EC36E48443F4}"/>
              </a:ext>
            </a:extLst>
          </p:cNvPr>
          <p:cNvSpPr>
            <a:spLocks noGrp="1"/>
          </p:cNvSpPr>
          <p:nvPr>
            <p:ph type="title" idx="10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661115A-0782-AC25-B6C8-CB70073998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9" y="0"/>
            <a:ext cx="9139141" cy="51435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3DCFF267-4607-AA13-54F1-522CBFB51AD4}"/>
              </a:ext>
            </a:extLst>
          </p:cNvPr>
          <p:cNvSpPr/>
          <p:nvPr/>
        </p:nvSpPr>
        <p:spPr>
          <a:xfrm>
            <a:off x="-2431" y="3264746"/>
            <a:ext cx="9144001" cy="1842347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53849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7EC000-6FFE-7D13-4369-9373C0852B57}"/>
              </a:ext>
            </a:extLst>
          </p:cNvPr>
          <p:cNvSpPr>
            <a:spLocks noGrp="1"/>
          </p:cNvSpPr>
          <p:nvPr>
            <p:ph type="title" idx="10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C7ECA24-2194-779B-1577-C27CCEEF02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9" y="0"/>
            <a:ext cx="9139141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6548875"/>
      </p:ext>
    </p:extLst>
  </p:cSld>
  <p:clrMapOvr>
    <a:masterClrMapping/>
  </p:clrMapOvr>
</p:sld>
</file>

<file path=ppt/theme/theme1.xml><?xml version="1.0" encoding="utf-8"?>
<a:theme xmlns:a="http://schemas.openxmlformats.org/drawingml/2006/main" name="LAIX Brief">
  <a:themeElements>
    <a:clrScheme name="LAIX Brief">
      <a:dk1>
        <a:srgbClr val="0A1029"/>
      </a:dk1>
      <a:lt1>
        <a:srgbClr val="FFFFFF"/>
      </a:lt1>
      <a:dk2>
        <a:srgbClr val="141C40"/>
      </a:dk2>
      <a:lt2>
        <a:srgbClr val="C9D6F2"/>
      </a:lt2>
      <a:accent1>
        <a:srgbClr val="22D3EE"/>
      </a:accent1>
      <a:accent2>
        <a:srgbClr val="3B82F6"/>
      </a:accent2>
      <a:accent3>
        <a:srgbClr val="A78BFA"/>
      </a:accent3>
      <a:accent4>
        <a:srgbClr val="34D399"/>
      </a:accent4>
      <a:accent5>
        <a:srgbClr val="FBBF24"/>
      </a:accent5>
      <a:accent6>
        <a:srgbClr val="F87171"/>
      </a:accent6>
      <a:hlink>
        <a:srgbClr val="22D3EE"/>
      </a:hlink>
      <a:folHlink>
        <a:srgbClr val="A78BFA"/>
      </a:folHlink>
    </a:clrScheme>
    <a:fontScheme name="LAIX Brief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216</TotalTime>
  <Words>1</Words>
  <Application>Microsoft Office PowerPoint</Application>
  <PresentationFormat>On-screen Show (16:9)</PresentationFormat>
  <Paragraphs>1</Paragraphs>
  <Slides>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Aptos</vt:lpstr>
      <vt:lpstr>Arial</vt:lpstr>
      <vt:lpstr>Calibri</vt:lpstr>
      <vt:lpstr>LAIX Brief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LAIX — Live AI Experience (brief)</dc:title>
  <dc:subject>PptxGenJS Presentation</dc:subject>
  <dc:creator>Dror Mizrahi</dc:creator>
  <cp:lastModifiedBy>Michael Atamuk (A)</cp:lastModifiedBy>
  <cp:revision>46</cp:revision>
  <dcterms:created xsi:type="dcterms:W3CDTF">2026-10-19T21:45:05Z</dcterms:created>
  <dcterms:modified xsi:type="dcterms:W3CDTF">2026-10-29T07:02:54Z</dcterms:modified>
</cp:coreProperties>
</file>